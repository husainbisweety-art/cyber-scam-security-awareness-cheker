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SemiBold"/>
      <p:regular r:id="rId201315"/>
    </p:embeddedFont>
    <p:embeddedFont>
      <p:font typeface="Exo Bold"/>
      <p:regular r:id="rId201316"/>
    </p:embeddedFont>
    <p:embeddedFont>
      <p:font typeface="Fira Mono Medium"/>
      <p:regular r:id="rId201317"/>
    </p:embeddedFont>
    <p:embeddedFont>
      <p:font typeface="Fira Mono Bold"/>
      <p:regular r:id="rId201318"/>
    </p:embeddedFont>
    <p:embeddedFont>
      <p:font typeface="Fira Mono"/>
      <p:regular r:id="rId201319"/>
    </p:embeddedFont>
    <p:embeddedFont>
      <p:font typeface="Michroma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55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07" y="840422"/>
            <a:ext cx="737216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DIGITAL SAFETY · STUDENT AWARENESS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3407" y="1149755"/>
            <a:ext cx="6762581" cy="1576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5800" spc="-70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Scam</a:t>
            </a:r>
            <a:endParaRPr lang="en-US" sz="58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5800" spc="-70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Awareness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33407" y="2919809"/>
            <a:ext cx="1690645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733407" y="3343418"/>
            <a:ext cx="676258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Stay alert, stay safe, protect your digital life.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3407" y="3805674"/>
            <a:ext cx="169064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3407" y="4099322"/>
            <a:ext cx="169064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[Name]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27247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27247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[Department]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17892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COLLEGE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892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[College name]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08537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08537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[Date]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417702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8347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98992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1822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11566"/>
            <a:ext cx="4571886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scams exploit trust online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09585" y="2908697"/>
            <a:ext cx="114297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2222"/>
            <a:ext cx="457188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Awareness helps you spot manipulation before one click becomes a costly mistake.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644952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Financial loss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45" y="5644952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84345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Identity theft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106" y="5644952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59106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Privacy breaches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222844" y="643096"/>
            <a:ext cx="5308467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Trust is the entry point</a:t>
            </a:r>
            <a:endParaRPr lang="en-US" sz="3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1281994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2429" y="1283339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Where it starts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832429" y="1743373"/>
            <a:ext cx="4698882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Criminals use the internet, phones, messages, and social media to deceive people.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3243648"/>
            <a:ext cx="380990" cy="381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32429" y="3244993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What they target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832429" y="3705027"/>
            <a:ext cx="469888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Money, identity, account access, and private information.</a:t>
            </a:r>
            <a:endParaRPr lang="en-US" sz="13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4961918"/>
            <a:ext cx="380990" cy="381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2429" y="4963263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What awareness changes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6832429" y="5423297"/>
            <a:ext cx="469888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You notice the manipulation before the click.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222844" y="3059509"/>
            <a:ext cx="5308467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16"/>
          <p:cNvSpPr/>
          <p:nvPr/>
        </p:nvSpPr>
        <p:spPr>
          <a:xfrm>
            <a:off x="6222844" y="4777780"/>
            <a:ext cx="5308467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SCAM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Scams show up wherever you communicate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10805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74330"/>
            <a:ext cx="476238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66213"/>
            <a:ext cx="350511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Phishing emails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9585" y="3626247"/>
            <a:ext cx="35051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and fake websites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2574330"/>
            <a:ext cx="476238" cy="476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9489" y="3166213"/>
            <a:ext cx="340351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UPI and QR-code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419489" y="3626247"/>
            <a:ext cx="340351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payment scams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574330"/>
            <a:ext cx="476238" cy="476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797" y="3166213"/>
            <a:ext cx="345431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OTP and banking scams</a:t>
            </a:r>
            <a:endParaRPr lang="en-US" sz="1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201517"/>
            <a:ext cx="476238" cy="47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585" y="4793401"/>
            <a:ext cx="350511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jobs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609585" y="5253434"/>
            <a:ext cx="35051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and online part-time work offers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489" y="4201517"/>
            <a:ext cx="476238" cy="476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19489" y="4793401"/>
            <a:ext cx="716262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Shopping and social media scams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MANIPULATION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Scammers move people from trust to loss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76437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goal is to move you through four predictable steps.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638866"/>
            <a:ext cx="1097252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Trust → Pressure → Mistake → Loss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098899"/>
            <a:ext cx="10972526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Trust: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impersonate a bank, police officer, brand, or support agent.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Pressure: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create urgency, fear, or a tempting reward.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Mistake: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push a victim to click, pay, install, or reveal information.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Loss: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money, account access, identity, or privacy is exposed.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RED FLAG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Urgency is a red flag, not a reason to rush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65288"/>
            <a:ext cx="305219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5" name="Text 3"/>
          <p:cNvSpPr/>
          <p:nvPr/>
        </p:nvSpPr>
        <p:spPr>
          <a:xfrm>
            <a:off x="723882" y="1746250"/>
            <a:ext cx="34331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STOP. CHECK. VERIFY.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147868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170" y="2147888"/>
            <a:ext cx="487667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Unexpected messages requesting money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42" y="2147868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3228" y="214788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Requests for OTPs, PINs, passwords, or CVV numbers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2773938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9170" y="2773958"/>
            <a:ext cx="487667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Unknown links or suspicious attachments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42" y="2773938"/>
            <a:ext cx="380990" cy="381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83228" y="277395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Too-good-to-be-true offers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84" y="3400008"/>
            <a:ext cx="380990" cy="381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19170" y="3400028"/>
            <a:ext cx="46988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Requests to install unknown apps or share your screen</a:t>
            </a:r>
            <a:endParaRPr lang="en-US" sz="15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042" y="3400008"/>
            <a:ext cx="380990" cy="3810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83228" y="340002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Threats demanding immediate payment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6089498" y="2147888"/>
            <a:ext cx="12700" cy="44827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9" name="Shape 11"/>
          <p:cNvSpPr/>
          <p:nvPr/>
        </p:nvSpPr>
        <p:spPr>
          <a:xfrm>
            <a:off x="609585" y="258980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0" name="Shape 12"/>
          <p:cNvSpPr/>
          <p:nvPr/>
        </p:nvSpPr>
        <p:spPr>
          <a:xfrm>
            <a:off x="6089498" y="2596158"/>
            <a:ext cx="12700" cy="62607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Shape 13"/>
          <p:cNvSpPr/>
          <p:nvPr/>
        </p:nvSpPr>
        <p:spPr>
          <a:xfrm>
            <a:off x="6095848" y="258980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Shape 14"/>
          <p:cNvSpPr/>
          <p:nvPr/>
        </p:nvSpPr>
        <p:spPr>
          <a:xfrm>
            <a:off x="609585" y="321587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3" name="Shape 15"/>
          <p:cNvSpPr/>
          <p:nvPr/>
        </p:nvSpPr>
        <p:spPr>
          <a:xfrm>
            <a:off x="6089498" y="3222228"/>
            <a:ext cx="12700" cy="7187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16"/>
          <p:cNvSpPr/>
          <p:nvPr/>
        </p:nvSpPr>
        <p:spPr>
          <a:xfrm>
            <a:off x="6095848" y="321587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FICTIONAL EXAMPLES · FOR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Three illustrative scam scenarios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77962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Fictional examples for learning, not verified news reports.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5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934420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job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8179" y="4891088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part-time offer demands a registration fee.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38179" y="5493679"/>
            <a:ext cx="29971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advance-fee pressure.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verify the employer independently and pay nothing upfront.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8691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3934420"/>
            <a:ext cx="380990" cy="381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7285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Refund QR code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97285" y="4891088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caller promises a refund after a QR scan.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7285" y="5493679"/>
            <a:ext cx="29971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payment-request confusion.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do not scan or approve a payment you do not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7797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3934420"/>
            <a:ext cx="38099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1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bank message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56391" y="4891088"/>
            <a:ext cx="322571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link asks for account updates.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56391" y="5250295"/>
            <a:ext cx="2997125" cy="73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brand impersonation.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open the official app or website directly and contact the bank through a trusted channel.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EVERYDAY DEFENCE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Small habits block most scam attempts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976437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2205038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2701671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Keep secrets secret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3578" y="3161705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share OTPs, PINs, passwords, or CVV numbers.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291" y="1976437"/>
            <a:ext cx="3505112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205038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2701671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 before clicking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597285" y="3161705"/>
            <a:ext cx="325111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the sender before clicking links.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00800" y="1976437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3" y="2205038"/>
            <a:ext cx="38099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4793" y="2701671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Layer protection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254793" y="3161705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 strong, unique passwords and multi-factor authentication.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9585" y="4029472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78" y="4258072"/>
            <a:ext cx="380990" cy="381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3578" y="4754705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Stay updated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63578" y="5214739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Keep phones, apps, and computers updated.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43291" y="4029472"/>
            <a:ext cx="3505112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285" y="4258072"/>
            <a:ext cx="380990" cy="381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7285" y="4754705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 trusted sources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4597285" y="5214739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Download apps only from trusted sources.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00800" y="4029472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793" y="4258072"/>
            <a:ext cx="380990" cy="381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54793" y="4754705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independently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8254793" y="5214739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job offers and payment requests independently.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09585" y="6109430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approve a payment request to receive money without understanding the transaction.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637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INCIDENT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938596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If money or accounts are at risk, act fast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625130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88655"/>
            <a:ext cx="10972526" cy="187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Contact your bank or payment provider immediately.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 India, report financial cyber fraud by calling 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1930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as soon as possible.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Submit a complaint at the official National Cyber Crime Reporting Portal: cybercrime.gov.in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Save transaction IDs, screenshots, messages, phone numbers, and other evidence.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Change compromised passwords and secure affected accounts.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Inform the platform and local police when appropriate.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943277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Quick reporting may help authorities and banks take action, but recovery is not guaranteed.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402331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CHECK YOUR INSTINCTS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3413734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safety quiz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10805"/>
            <a:ext cx="853359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74330"/>
            <a:ext cx="341373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Questions first. Answer key next.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597" y="0"/>
            <a:ext cx="3474752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7" name="Shape 5"/>
          <p:cNvSpPr/>
          <p:nvPr/>
        </p:nvSpPr>
        <p:spPr>
          <a:xfrm>
            <a:off x="5242389" y="279400"/>
            <a:ext cx="1735392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8" name="Text 6"/>
          <p:cNvSpPr/>
          <p:nvPr/>
        </p:nvSpPr>
        <p:spPr>
          <a:xfrm>
            <a:off x="5356686" y="360363"/>
            <a:ext cx="21163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42389" y="762000"/>
            <a:ext cx="2865167" cy="2637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Share your OTP with a “bank employee”?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Before clicking an unknown link?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Is every QR code safe?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India’s cyber financial fraud helpline?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After an unauthorized transaction?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17042" y="0"/>
            <a:ext cx="3474653" cy="6858000"/>
          </a:xfrm>
          <a:prstGeom prst="rect">
            <a:avLst/>
          </a:prstGeom>
          <a:solidFill>
            <a:srgbClr val="07303A"/>
          </a:solidFill>
          <a:ln/>
        </p:spPr>
      </p:sp>
      <p:sp>
        <p:nvSpPr>
          <p:cNvPr id="11" name="Shape 9"/>
          <p:cNvSpPr/>
          <p:nvPr/>
        </p:nvSpPr>
        <p:spPr>
          <a:xfrm>
            <a:off x="9021834" y="279400"/>
            <a:ext cx="199137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36132" y="360363"/>
            <a:ext cx="2372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21834" y="762000"/>
            <a:ext cx="2865068" cy="2096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No.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Verify the sender and destination.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No.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1930.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Contact your bank and report it immediately.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10222"/>
            <a:ext cx="441948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FIRST LINE OF DEFENCE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809966"/>
            <a:ext cx="3962301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Think before</a:t>
            </a:r>
            <a:endParaRPr lang="en-US" sz="44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you click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189" y="2209205"/>
            <a:ext cx="990575" cy="38100"/>
          </a:xfrm>
          <a:prstGeom prst="roundRect">
            <a:avLst>
              <a:gd name="adj" fmla="val 49999"/>
            </a:avLst>
          </a:prstGeom>
          <a:solidFill>
            <a:srgbClr val="3F3F3F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5700911"/>
            <a:ext cx="3962301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Your Awareness Is Your First Line of Defence.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65" y="508000"/>
            <a:ext cx="380990" cy="381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23" y="508000"/>
            <a:ext cx="380990" cy="3810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781" y="508000"/>
            <a:ext cx="380990" cy="3810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139" y="508000"/>
            <a:ext cx="380990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10065" y="3034109"/>
            <a:ext cx="6248244" cy="1555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Stop: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pause before responding.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Verify: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confirm the sender, link, request, and payment flow.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Protect: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secure accounts and report suspicious activity quickly.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share confidential banking information.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Help friends and family practise cyber safety.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2026-10-10T05:35:48Z</dcterms:created>
  <dcterms:modified xsi:type="dcterms:W3CDTF">2026-10-10T05:35:48Z</dcterms:modified>
</cp:coreProperties>
</file>